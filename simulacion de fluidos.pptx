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Old Standard TT"/>
      <p:regular r:id="rId18"/>
      <p:bold r:id="rId19"/>
      <p: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ldStandardT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ldStandardTT-bold.fntdata"/><Relationship Id="rId6" Type="http://schemas.openxmlformats.org/officeDocument/2006/relationships/slide" Target="slides/slide1.xml"/><Relationship Id="rId18" Type="http://schemas.openxmlformats.org/officeDocument/2006/relationships/font" Target="fonts/OldStandardT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6f90357f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6f903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797d5759ec148cfb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797d5759ec148cfb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797d5759ec148cfb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797d5759ec148cfb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6f90357f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c6f9035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c6f90357f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c6f9035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42d1664cf0b8ac21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42d1664cf0b8ac2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6f90357f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c6f90357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08584d96c53cdc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408584d96c53cdc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SIS</a:t>
            </a:r>
            <a:r>
              <a:rPr lang="es-419"/>
              <a:t>TEMA DE FLUIDOS EN UNITY 3D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 Ivan Enrique Estrada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490250" y="526350"/>
            <a:ext cx="7973700" cy="41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s-419" sz="2400"/>
              <a:t>¿Qué tan complejos y eficientes pueden llegar a ser los fluidos simulados en Unity?</a:t>
            </a:r>
            <a:endParaRPr b="1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s-419" sz="2400"/>
              <a:t>¿Cómo se pueden optimizar para su uso en tiempo real sin perder calidad visual?</a:t>
            </a:r>
            <a:endParaRPr b="1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s-419" sz="2400"/>
              <a:t>¿De qué manera se relaciona la simulación de fluidos con el sistema de iluminación volumétrica del motor?</a:t>
            </a:r>
            <a:endParaRPr b="1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s-419" sz="2400"/>
              <a:t>¿Qué técnicas o herramientas, como VFX o shaders permiten integrar ambos sistemas de forma normal?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12700" y="458841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200"/>
              <a:t>Los 3 m</a:t>
            </a:r>
            <a:r>
              <a:rPr lang="es-419" sz="7200"/>
              <a:t>étodos </a:t>
            </a:r>
            <a:endParaRPr sz="7200"/>
          </a:p>
        </p:txBody>
      </p:sp>
      <p:sp>
        <p:nvSpPr>
          <p:cNvPr id="71" name="Google Shape;71;p15"/>
          <p:cNvSpPr txBox="1"/>
          <p:nvPr/>
        </p:nvSpPr>
        <p:spPr>
          <a:xfrm>
            <a:off x="512693" y="2061009"/>
            <a:ext cx="4871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ld Standard TT"/>
              <a:buChar char="●"/>
            </a:pPr>
            <a:r>
              <a:rPr lang="es-419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VFX</a:t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ld Standard TT"/>
              <a:buChar char="●"/>
            </a:pPr>
            <a:r>
              <a:rPr lang="es-419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MALLA 3D</a:t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ld Standard TT"/>
              <a:buChar char="●"/>
            </a:pPr>
            <a:r>
              <a:rPr lang="es-419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SIMULACIÓN DE </a:t>
            </a:r>
            <a:r>
              <a:rPr lang="es-419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PARTÍCULAS</a:t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249225" y="234825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Shaders y VFX</a:t>
            </a:r>
            <a:endParaRPr/>
          </a:p>
        </p:txBody>
      </p:sp>
      <p:sp>
        <p:nvSpPr>
          <p:cNvPr id="77" name="Google Shape;77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/>
              <a:t>– Enfoque visual puro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2400"/>
              <a:t>– Alta eficiencia en GPU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2400"/>
              <a:t>– Visual Effect Graph</a:t>
            </a:r>
            <a:endParaRPr sz="2400"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25" y="2023324"/>
            <a:ext cx="3892401" cy="227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4260300" cy="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INTERNOS 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s-419" sz="1600"/>
              <a:t>OPTIMIZADOS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AutoNum type="arabicPeriod"/>
            </a:pPr>
            <a:r>
              <a:rPr lang="es-419" sz="1600"/>
              <a:t>INTERACTIVOS</a:t>
            </a:r>
            <a:endParaRPr sz="1600"/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4311600" y="445025"/>
            <a:ext cx="4260300" cy="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EXTERNOS 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44418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s-419" sz="1600"/>
              <a:t>ESPECIALIZADOs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AutoNum type="arabicPeriod"/>
            </a:pPr>
            <a:r>
              <a:rPr lang="es-419" sz="1600"/>
              <a:t>LENTOS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65500" y="332500"/>
            <a:ext cx="4045200" cy="183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Mallas 3D en HDRP</a:t>
            </a:r>
            <a:endParaRPr/>
          </a:p>
        </p:txBody>
      </p:sp>
      <p:sp>
        <p:nvSpPr>
          <p:cNvPr id="92" name="Google Shape;92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/>
              <a:t>– Deformación de vértices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2400"/>
              <a:t>– Superficies grandes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2400"/>
              <a:t>– Eficientes</a:t>
            </a:r>
            <a:endParaRPr sz="2400"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163" y="2167300"/>
            <a:ext cx="3719882" cy="26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265500" y="186000"/>
            <a:ext cx="4045200" cy="183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SPH y partículas</a:t>
            </a:r>
            <a:endParaRPr/>
          </a:p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/>
              <a:t>– Fluido basado en partículas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2400"/>
              <a:t>– Alta precisión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2400"/>
              <a:t>– Compute Shaders</a:t>
            </a:r>
            <a:endParaRPr sz="2400"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500" y="2020800"/>
            <a:ext cx="3451890" cy="26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1770000" y="0"/>
            <a:ext cx="5604000" cy="19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200"/>
              <a:t>Método SPH</a:t>
            </a:r>
            <a:endParaRPr sz="7200"/>
          </a:p>
        </p:txBody>
      </p:sp>
      <p:sp>
        <p:nvSpPr>
          <p:cNvPr id="106" name="Google Shape;106;p20"/>
          <p:cNvSpPr txBox="1"/>
          <p:nvPr/>
        </p:nvSpPr>
        <p:spPr>
          <a:xfrm>
            <a:off x="-7" y="1271250"/>
            <a:ext cx="58386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– Kernel de suavizado</a:t>
            </a:r>
            <a:endParaRPr sz="3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– Movimiento emergente</a:t>
            </a:r>
            <a:endParaRPr sz="3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0" y="2571742"/>
            <a:ext cx="9144000" cy="22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Müller en Unity</a:t>
            </a:r>
            <a:endParaRPr sz="60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– Optimización para tiempo real</a:t>
            </a:r>
            <a:endParaRPr sz="3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– Base para SPH moderno</a:t>
            </a:r>
            <a:endParaRPr sz="3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Comparación de métodos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– Shaders/VFX: visuales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– HDRP: superficie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/>
              <a:t>– SPH: físico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490250" y="526350"/>
            <a:ext cx="7973700" cy="41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s-419" sz="2400"/>
              <a:t>¿Qué tan complejos y eficientes pueden llegar a ser los fluidos simulados en Unity?</a:t>
            </a:r>
            <a:endParaRPr b="1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s-419" sz="2400"/>
              <a:t>¿Cómo se pueden optimizar para su uso en tiempo real sin perder calidad visual?</a:t>
            </a:r>
            <a:endParaRPr b="1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s-419" sz="2400"/>
              <a:t>¿De qué manera se relaciona la simulación de fluidos con el sistema de iluminación volumétrica del motor?</a:t>
            </a:r>
            <a:endParaRPr b="1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s-419" sz="2400"/>
              <a:t>¿Qué técnicas o herramientas, como VFX o shaders permiten integrar ambos sistemas de forma normal?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CONCLU</a:t>
            </a:r>
            <a:r>
              <a:rPr lang="es-419"/>
              <a:t>SIÓN:Combinar técnicas según el objetivo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188405" y="465450"/>
            <a:ext cx="87672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/>
              <a:t>PREGUNTAS</a:t>
            </a:r>
            <a:endParaRPr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